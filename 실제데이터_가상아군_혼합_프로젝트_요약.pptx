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tmp/claude-1000/-home-yune-MobRobGPT/89d3a00f-2a59-4359-a805-9697a4978fef/scratchpad/ppt_assets/icon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9747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데이터 + 가상 아군 혼합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해상 방어 정책 추론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로스백 실제 적선 5척  +  시뮬레이션 가상 아군  →  스케일 불변 정책 추론(U-Net / 셀선택)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461772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2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47365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--span 8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또는  </a:t>
            </a:r>
            <a:pPr algn="l" indent="0" marL="0">
              <a:buNone/>
            </a:pPr>
            <a:r>
              <a:rPr lang="en-US" sz="15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--span 33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5074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같은 명령, 다른 맵 스케일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MobRobGPT · boatattack_sim  ·  2026-08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3" name="Image 0" descr="/tmp/claude-1000/-home-yune-MobRobGPT/89d3a00f-2a59-4359-a805-9697a4978fef/scratchpad/ppt_assets/icon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정책은 하나인데, 실전 맵 크기는 매번 다르다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4231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8m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이번: 8 m 규모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2519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수조/근접 테스트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로스백 실측 반경 ≈ 4.4 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1031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24231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33m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629400" y="37033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33 m 규모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29400" y="42519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실해역 또는 확장 시나리오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정책, 다른 물리 스케일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재학습은 답이 아니다.  </a:t>
            </a:r>
            <a:pPr algn="l" indent="0" marL="0">
              <a:buNone/>
            </a:pPr>
            <a:r>
              <a:rPr lang="en-US" sz="14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건 좌표·시계를 스케일하는 얇은 브리지(SimScale) 하나 — 정책은 그대로 재사용한다.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3" name="Image 0" descr="/tmp/claude-1000/-home-yune-MobRobGPT/89d3a00f-2a59-4359-a805-9697a4978fef/scratchpad/ppt_assets/icon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아키텍처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A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로스백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" y="2944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usv1~5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pose+heading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3677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139696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A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139696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BagEnemyReplay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85416" y="2944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샘플링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좌표/헤딩 정합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3989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42816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A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42816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SimScale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288536" y="2944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--span → 좌표·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 브리지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4301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345936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A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45936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ReplayEnv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91656" y="2944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적 +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아군 혼합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4613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8449056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A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49056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94776" y="2944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/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셀선택+라우팅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4925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10552176" y="23774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A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0552176" y="25420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명령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597896" y="294436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이동점·그물벽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실좌표[m]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아군은 실측이 없다 — DefenseVecEnv의 기존 스폰+PD-follow 물리를 그대로 재사용(재구현 없음)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97280" y="5029200"/>
            <a:ext cx="9966960" cy="1234440"/>
          </a:xfrm>
          <a:prstGeom prst="roundRect">
            <a:avLst>
              <a:gd name="adj" fmla="val 7407"/>
            </a:avLst>
          </a:prstGeom>
          <a:solidFill>
            <a:srgbClr val="EAF2F8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25880" y="513892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코드: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0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commander/bag_replay.py · commander/replay_cnn_env.py · commander/replay_cell_env.py · run_replay_infer.py</a:t>
            </a:r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재사용(무수정): 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DefenseVecEnv 물리, SimScale, CommandedCnnEnv/CommandedCellEnv, make_commander(LLM), renderer.draw_scene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tmp/claude-1000/-home-yune-MobRobGPT/89d3a00f-2a59-4359-a805-9697a4978fef/scratchpad/ppt_assets/icon_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303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실제(적) + 가상(아군) 혼합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0F3B60"/>
          </a:solidFill>
          <a:ln w="19050">
            <a:solidFill>
              <a:srgbClr val="FFB1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8745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적선 5척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434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usv1 ~ usv5 로스백 재생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/usv/usv{i}/pose  (map 프레임, m)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/usv/usv{i}/heading  (deg, nav 0=N CW+)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매 tick 실제 시간에 맞춰 위치·헤딩 주입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e_pos / e_hdg / e_alive 를 리플레이 데이터로 덮어씀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60020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0F3B6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8745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— 아군 3척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2423160"/>
            <a:ext cx="4434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DefenseVecEnv 시뮬레이션 물리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스폰 + PD-follow 기동 (재구현 없음)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LLM/휴리스틱 지휘관이 클러스터 배정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정책(U-Net/셀선택)이 경로·그물 결정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a_pos / a_hdg / route / net_mask 시뮬 산출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77840" y="2971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40080" y="52120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한 환경(ReplayCnnEnv / ReplayCellEnv) 안에서 매 tick 결합 → 실전 데이터 기반 정책 검증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결과 ① — U-Net(CNN 점수맵) 정책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boatattack_sim/models/u-net_map.pt  ·  실제 로스백 적선 5척 + 가상 아군 3척  ·  위성 배경 · --span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" y="1453896"/>
            <a:ext cx="4501388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20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02920" y="1508760"/>
            <a:ext cx="439166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7500" y="1691640"/>
            <a:ext cx="61696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50×50×15채널 래스터 → 픽셀 2점
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웨이포인트 + 그물벽 끝점을 배별로 직접 지정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방어 결과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3척 전원 생존 · 충돌 0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배정된 배만 점수맵 히트맵 표시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그물 재보급 독립 타이머로 임무 지속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8m/33m 동일 코드 — SimScale만 교체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결과 ② — 셀선택 + 대형 특화 라우팅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specialized_cos6k_model/{concentrated,diversionary,wave}  ·  기하분류 라우터가 실시간 선택 · 위성 배경 · --span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" y="1453896"/>
            <a:ext cx="4501388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20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02920" y="1508760"/>
            <a:ext cx="439166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7500" y="1691640"/>
            <a:ext cx="61696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특화 정책 비교 → 실측 최적 선택
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데이터 분포 → 기하 판정 → diversionary 정책 자동 선택(집중·파상은 포획 0)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방어 결과 (diversionary)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그물 12장 전개 · 포획 289 · 충돌 0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후보셀 격자는 화면에서 숨김(운용 화면 단순화)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배정-조건부 pruning 버그 수정 후 재검증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run_replay_infer.py 가 config로 CNN/셀 자동 감지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tmp/claude-1000/-home-yune-MobRobGPT/89d3a00f-2a59-4359-a805-9697a4978fef/scratchpad/ppt_assets/icon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303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 스케일 불변성 — SimScale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관측은 이미 무차원이다 — 좌표·시계만 스케일하면 정책은 재학습 없이 그대로 쓴다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F3B6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965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길이  S = world_size / span_real   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시간  dt = ally_speed / (v_ally_real × S)   — ②는 ①에서 자동으로 따라 나온다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12395F"/>
          </a:solidFill>
          <a:ln w="12700">
            <a:solidFill>
              <a:srgbClr val="1F4E7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306324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12395F"/>
          </a:solidFill>
          <a:ln w="12700">
            <a:solidFill>
              <a:srgbClr val="1F4E7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2918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좌표·속력·해상도 대조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한 변  </a:t>
            </a:r>
            <a:pPr algn="l" indent="0" marL="0">
              <a:buNone/>
            </a:pPr>
            <a:r>
              <a:rPr lang="en-US" sz="12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12,600 sim-m 고정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42976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실행  </a:t>
            </a:r>
            <a:pPr algn="l" indent="0" marL="0">
              <a:buNone/>
            </a:pPr>
            <a:r>
              <a:rPr lang="en-US" sz="12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--span 8~10 m (수조/근접)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48006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실행  </a:t>
            </a:r>
            <a:pPr algn="l" indent="0" marL="0">
              <a:buNone/>
            </a:pPr>
            <a:r>
              <a:rPr lang="en-US" sz="12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--span 33 m (실해역 확장)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5303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 cfg  </a:t>
            </a:r>
            <a:pPr algn="l" indent="0" marL="0">
              <a:buNone/>
            </a:pPr>
            <a:r>
              <a:rPr lang="en-US" sz="120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변경하지 않음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시 자동 출력되는 무차원 비(Π)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3794760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속도비 ve/va = 1.5 (학습 무대 고정)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선회반경/선체길이, 그물길이/extent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요격 환형 (r_min, r_max)/extent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실측 적 평균속력 vs 학습 가정 대조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어긋나면 스케일은 맞아도 off-distribution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/tmp/claude-1000/-home-yune-MobRobGPT/89d3a00f-2a59-4359-a805-9697a4978fef/scratchpad/ppt_assets/icon_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3035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— architect 리뷰 2라운드에서 발견·수정한 실제 버그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600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1라운드 · CRITICAL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697480" y="154533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그물 재보급 누락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0" y="1545336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재스폰 로직 제거 시 a_nets 보급 경로도 같이 사라져, 로스백 재생 7% 지점에서 전 아군 영구 정지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28803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8803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1라운드 · HIGH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97480" y="282549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밖 좌표 불일치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69280" y="2825496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--span 과소 시 적이 sim 월드 밖으로 → 관측(자동 클립)과 배정(원좌표)이 서로 다른 위치를 봄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97764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4160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160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1라운드 · HIGH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97480" y="410565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결정 시점 오염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669280" y="4105656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 발행 시작 오프셋 차로 t=0에 일부 트랙 미탐지 + heading 기본값 0°로 초기 배정 왜곡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2578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54406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5440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2라운드 · HIGH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697480" y="538581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재보급 부수효과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669280" y="5385816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수정의 재보급 코드가 부설 중인 그물(doing_net)까지 꺼버려 그물이 소비만 되고 설치는 안 됨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6583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실제 로스백 재생으로 재현 → 수정 → 재검증 완료 (독립 architect 에이전트, 2회 반복 리뷰)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tmp/claude-1000/-home-yune-MobRobGPT/89d3a00f-2a59-4359-a805-9697a4978fef/scratchpad/ppt_assets/icon_c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사용법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U-Net(CNN 점수맵) — 실제 8m 로스백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E33"/>
          </a:solidFill>
          <a:ln w="12700">
            <a:solidFill>
              <a:srgbClr val="1F4E7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920240"/>
            <a:ext cx="104241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run_replay_infer.py --bag &lt;bag_path&gt; --span 8 \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--ckpt boatattack_sim/models/u-net_map.pt --llm ollama --viz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셀선택 + 대형 특화 라우팅 — 자동 감지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12724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E33"/>
          </a:solidFill>
          <a:ln w="12700">
            <a:solidFill>
              <a:srgbClr val="1F4E7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run_replay_infer.py --bag &lt;bag_path&gt; --span 10 \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--ckpt specialized_cos6k_model/concentrated/best.pt \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--specialized specialized_cos6k_model --llm heuristic --viz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다음 로스백이 33 m 라면 — 인자만 교체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68172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E33"/>
          </a:solidFill>
          <a:ln w="12700">
            <a:solidFill>
              <a:srgbClr val="1F4E7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846320"/>
            <a:ext cx="104241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run_replay_infer.py --bag &lt;새_bag_path&gt; --span 33 \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--ckpt boatattack_sim/models/u-net_map.pt --llm ollama --viz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옵션:  --out result.json (결정 로그)  ·  --max-decisions N  ·  --enu-origin X Y  ·  --net-reload-period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3" name="Image 0" descr="/tmp/claude-1000/-home-yune-MobRobGPT/89d3a00f-2a59-4359-a805-9697a4978fef/scratchpad/ppt_assets/icon_fu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및 향후 과제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A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8288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완료한 것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적 5척 + 가상 아군 혼합 리플레이 환경 2종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(U-Net / 셀선택+대형라우팅)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 config 로 정책 종류 자동 감지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--span 하나로 임의 맵 스케일 대응(SimScale)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실시간 시각화(--viz) + GIF 산출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2라운드 리뷰로 실제 버그 4건 발견·수정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0B2E4F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18288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과제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29400" y="233172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모선(방어 목표) 좌표 확보 → enu_origin 근사 제거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 이상 대형 로스백으로 스케일 재검증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선회반경·선체 비율 도메인 랜덤화 재학습 검토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그물 부설(net_installed) 센서 연동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하드웨어 USV 연동 시험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0996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2026-08-27T18:08:18Z</dcterms:created>
  <dcterms:modified xsi:type="dcterms:W3CDTF">2026-08-27T18:08:18Z</dcterms:modified>
</cp:coreProperties>
</file>